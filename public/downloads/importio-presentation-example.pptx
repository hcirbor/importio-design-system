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37339286e848ed" /><Relationship Type="http://schemas.openxmlformats.org/officeDocument/2006/relationships/extended-properties" Target="/docProps/app.xml" Id="R8981f61af1a64c7e" /><Relationship Type="http://schemas.openxmlformats.org/officeDocument/2006/relationships/officeDocument" Target="/ppt/presentation.xml" Id="Rc9ecad98c0cb4e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97d68aa49440d7"/>
  </p:sldMasterIdLst>
  <p:notesMasterIdLst>
    <p:notesMasterId xmlns:r="http://schemas.openxmlformats.org/officeDocument/2006/relationships" r:id="Rc2faa83a4ea7404b"/>
  </p:notesMasterIdLst>
  <p:sldIdLst>
    <p:sldId xmlns:r="http://schemas.openxmlformats.org/officeDocument/2006/relationships" id="256" r:id="R07a7366459b845e9"/>
    <p:sldId xmlns:r="http://schemas.openxmlformats.org/officeDocument/2006/relationships" id="257" r:id="Rc3e0bad96369484d"/>
    <p:sldId xmlns:r="http://schemas.openxmlformats.org/officeDocument/2006/relationships" id="258" r:id="R37f6d9f1bfb54dad"/>
    <p:sldId xmlns:r="http://schemas.openxmlformats.org/officeDocument/2006/relationships" id="259" r:id="R9eab54e3c52c4969"/>
    <p:sldId xmlns:r="http://schemas.openxmlformats.org/officeDocument/2006/relationships" id="260" r:id="Raf2356bbc03943ae"/>
    <p:sldId xmlns:r="http://schemas.openxmlformats.org/officeDocument/2006/relationships" id="261" r:id="R52c2778863dc4017"/>
    <p:sldId xmlns:r="http://schemas.openxmlformats.org/officeDocument/2006/relationships" id="262" r:id="Ra6217ebc9c5043f5"/>
    <p:sldId xmlns:r="http://schemas.openxmlformats.org/officeDocument/2006/relationships" id="263" r:id="Ra8985188c66d4dd4"/>
    <p:sldId xmlns:r="http://schemas.openxmlformats.org/officeDocument/2006/relationships" id="264" r:id="R91971275c0654aa7"/>
    <p:sldId xmlns:r="http://schemas.openxmlformats.org/officeDocument/2006/relationships" id="265" r:id="R34a1114949984e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1a71092e334b0f" /><Relationship Type="http://schemas.openxmlformats.org/officeDocument/2006/relationships/slideMaster" Target="/ppt/slideMasters/slideMaster1.xml" Id="R9297d68aa49440d7" /><Relationship Type="http://schemas.openxmlformats.org/officeDocument/2006/relationships/notesMaster" Target="/ppt/notesMasters/notesMaster1.xml" Id="Rc2faa83a4ea7404b" /><Relationship Type="http://schemas.openxmlformats.org/officeDocument/2006/relationships/presProps" Target="/ppt/presProps.xml" Id="Reb9f847c1d4a47fe" /><Relationship Type="http://schemas.openxmlformats.org/officeDocument/2006/relationships/tableStyles" Target="/ppt/tableStyles.xml" Id="Ra4721b695e2345fa" /><Relationship Type="http://schemas.openxmlformats.org/officeDocument/2006/relationships/slide" Target="/ppt/slides/slide1.xml" Id="R07a7366459b845e9" /><Relationship Type="http://schemas.openxmlformats.org/officeDocument/2006/relationships/slide" Target="/ppt/slides/slide2.xml" Id="Rc3e0bad96369484d" /><Relationship Type="http://schemas.openxmlformats.org/officeDocument/2006/relationships/slide" Target="/ppt/slides/slide3.xml" Id="R37f6d9f1bfb54dad" /><Relationship Type="http://schemas.openxmlformats.org/officeDocument/2006/relationships/slide" Target="/ppt/slides/slide4.xml" Id="R9eab54e3c52c4969" /><Relationship Type="http://schemas.openxmlformats.org/officeDocument/2006/relationships/slide" Target="/ppt/slides/slide5.xml" Id="Raf2356bbc03943ae" /><Relationship Type="http://schemas.openxmlformats.org/officeDocument/2006/relationships/slide" Target="/ppt/slides/slide6.xml" Id="R52c2778863dc4017" /><Relationship Type="http://schemas.openxmlformats.org/officeDocument/2006/relationships/slide" Target="/ppt/slides/slide7.xml" Id="Ra6217ebc9c5043f5" /><Relationship Type="http://schemas.openxmlformats.org/officeDocument/2006/relationships/slide" Target="/ppt/slides/slide8.xml" Id="Ra8985188c66d4dd4" /><Relationship Type="http://schemas.openxmlformats.org/officeDocument/2006/relationships/slide" Target="/ppt/slides/slide9.xml" Id="R91971275c0654aa7" /><Relationship Type="http://schemas.openxmlformats.org/officeDocument/2006/relationships/slide" Target="/ppt/slides/slide10.xml" Id="R34a1114949984e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a13d1dce3148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c9129406e34720" /><Relationship Type="http://schemas.openxmlformats.org/officeDocument/2006/relationships/notesMaster" Target="/ppt/notesMasters/notesMaster1.xml" Id="R89da438516b549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2fb5eb37124f4c" /><Relationship Type="http://schemas.openxmlformats.org/officeDocument/2006/relationships/notesMaster" Target="/ppt/notesMasters/notesMaster1.xml" Id="Rac2d86730b6942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73afb42070470d" /><Relationship Type="http://schemas.openxmlformats.org/officeDocument/2006/relationships/notesMaster" Target="/ppt/notesMasters/notesMaster1.xml" Id="R0930b195e9324c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d7ab2e79824fcc" /><Relationship Type="http://schemas.openxmlformats.org/officeDocument/2006/relationships/notesMaster" Target="/ppt/notesMasters/notesMaster1.xml" Id="R4ccfc0668193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89f474930c4287" /><Relationship Type="http://schemas.openxmlformats.org/officeDocument/2006/relationships/notesMaster" Target="/ppt/notesMasters/notesMaster1.xml" Id="Rf66d62b4979542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fda880e2b34d29" /><Relationship Type="http://schemas.openxmlformats.org/officeDocument/2006/relationships/notesMaster" Target="/ppt/notesMasters/notesMaster1.xml" Id="R6ab946dff0d240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7a0afa71824212" /><Relationship Type="http://schemas.openxmlformats.org/officeDocument/2006/relationships/notesMaster" Target="/ppt/notesMasters/notesMaster1.xml" Id="R6b28fdbc7ddc4b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977182feb34b83" /><Relationship Type="http://schemas.openxmlformats.org/officeDocument/2006/relationships/notesMaster" Target="/ppt/notesMasters/notesMaster1.xml" Id="Rf7d61aa82e0c44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fbcc67f6f94f08" /><Relationship Type="http://schemas.openxmlformats.org/officeDocument/2006/relationships/notesMaster" Target="/ppt/notesMasters/notesMaster1.xml" Id="R4bb9be70773f4c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bf2ac8e0de484e" /><Relationship Type="http://schemas.openxmlformats.org/officeDocument/2006/relationships/notesMaster" Target="/ppt/notesMasters/notesMaster1.xml" Id="Ra407bc113fb44e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values. Replace with approved data and add the source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3fbd9433443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f20af56094285" /><Relationship Type="http://schemas.openxmlformats.org/officeDocument/2006/relationships/slideLayout" Target="/ppt/slideLayouts/slideLayout1.xml" Id="Rccf05dc9f16b47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f05dc9f16b47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8fc2ebbaa40e0" /><Relationship Type="http://schemas.openxmlformats.org/officeDocument/2006/relationships/notesSlide" Target="/ppt/notesSlides/notesSlide1.xml" Id="Rd902f4a0e68344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55237f87b47ac" /><Relationship Type="http://schemas.openxmlformats.org/officeDocument/2006/relationships/notesSlide" Target="/ppt/notesSlides/notesSlide2.xml" Id="R6c96334d21c2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d06b8fa304052" /><Relationship Type="http://schemas.openxmlformats.org/officeDocument/2006/relationships/notesSlide" Target="/ppt/notesSlides/notesSlide3.xml" Id="Rfcc65682887c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3f7aa355b43cc" /><Relationship Type="http://schemas.openxmlformats.org/officeDocument/2006/relationships/notesSlide" Target="/ppt/notesSlides/notesSlide4.xml" Id="R8a1b60410f6948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fdfba9e874e5e" /><Relationship Type="http://schemas.openxmlformats.org/officeDocument/2006/relationships/notesSlide" Target="/ppt/notesSlides/notesSlide5.xml" Id="R2e35da7594ee48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589baee584716" /><Relationship Type="http://schemas.openxmlformats.org/officeDocument/2006/relationships/notesSlide" Target="/ppt/notesSlides/notesSlide6.xml" Id="Rda528b3f802449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226c0eb99413a" /><Relationship Type="http://schemas.openxmlformats.org/officeDocument/2006/relationships/chart" Target="/ppt/slides/charts/chart1.xml" Id="Ra2c2f251e9404e41" /><Relationship Type="http://schemas.openxmlformats.org/officeDocument/2006/relationships/notesSlide" Target="/ppt/notesSlides/notesSlide7.xml" Id="R1ded99aaecf24e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ea918f7ff4940" /><Relationship Type="http://schemas.openxmlformats.org/officeDocument/2006/relationships/notesSlide" Target="/ppt/notesSlides/notesSlide8.xml" Id="Raadf76381a4c46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da9dc03ca4365" /><Relationship Type="http://schemas.openxmlformats.org/officeDocument/2006/relationships/notesSlide" Target="/ppt/notesSlides/notesSlide9.xml" Id="R53e2947b7c4a43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d28eec6c14cd9" /><Relationship Type="http://schemas.openxmlformats.org/officeDocument/2006/relationships/notesSlide" Target="/ppt/notesSlides/notesSlide10.xml" Id="R18378553a6b94ce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Measure</c:v>
          </c:tx>
          <c:spPr>
            <a:solidFill xmlns:a="http://schemas.openxmlformats.org/drawingml/2006/main">
              <a:srgbClr val="4F6BFF"/>
            </a:solidFill>
          </c:spPr>
          <c:cat>
            <c:strRef>
              <c:f>'Chart Data'!$A$2:$A$5</c:f>
              <c:strCache>
                <c:ptCount val="4"/>
                <c:pt idx="0">
                  <c:v>Actions</c:v>
                </c:pt>
                <c:pt idx="1">
                  <c:v>Forms</c:v>
                </c:pt>
                <c:pt idx="2">
                  <c:v>Data</c:v>
                </c:pt>
                <c:pt idx="3">
                  <c:v>Overlays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112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D8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8E6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A472C-C93C-44F4-937A-5AD51629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54A2C-206C-4F33-B1D7-C97C1318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5DDCA-4E0B-42A9-84EE-935D77ED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DESIGN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B7185-2C34-4755-9E47-FD436EF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5872C-ABF8-4080-A92E-3CBB44C3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5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6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6BFF"/>
                </a:solidFill>
                <a:latin typeface="Arial"/>
                <a:ea typeface="Arial"/>
                <a:cs typeface="Arial"/>
              </a:rPr>
              <a:t>DESIGN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19096-75E6-4391-98B3-CA6E208A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933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Import.io design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93CC0-5033-4391-BCDC-F906C250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Shared foundations for product interfaces and customer communication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E8D4A-63F6-445D-BABC-740BD84C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76089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6CCE3-CDF4-414F-8F13-75F9FB8F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F97B5-981D-4D88-9013-D79A8286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20177-3AE6-4F9A-80C3-B9F39B33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C4C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C4CE"/>
                </a:solidFill>
                <a:latin typeface="Arial"/>
                <a:ea typeface="Arial"/>
                <a:cs typeface="Arial"/>
              </a:rPr>
              <a:t>DESIGN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5CD96-EB21-419F-9D2D-6D24B931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8F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8F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001FC-EE5B-4DA3-9A05-726A7B79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A2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1A2FF"/>
                </a:solidFill>
                <a:latin typeface="Arial"/>
                <a:ea typeface="Arial"/>
                <a:cs typeface="Arial"/>
              </a:rPr>
              <a:t>DESIGN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ECBB4-47AF-480C-8B91-C5AB55AC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[Section title]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DEEE0-4D19-49AC-8FE0-B7678C1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C4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7C4CE"/>
                </a:solidFill>
                <a:latin typeface="Arial"/>
                <a:ea typeface="Arial"/>
                <a:cs typeface="Arial"/>
              </a:rPr>
              <a:t>[Use one sentence to frame the next part of the presentation.]</a:t>
            </a:r>
          </a:p>
        </p:txBody>
      </p:sp>
    </p:spTree>
    <p:extLst>
      <p:ext uri="{BB962C8B-B14F-4D97-AF65-F5344CB8AC3E}">
        <p14:creationId xmlns:p14="http://schemas.microsoft.com/office/powerpoint/2010/main" val="175712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C8C7C-8B27-4BFF-AB3F-646A145D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7DCB8-6CCB-4EDF-B9EF-0AFCF299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615C1-4C05-4C18-957D-E5C932C8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5100E-5888-4E2E-9CAC-EC28B95F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14D76-B94D-471B-AD19-66B6918C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F96D5-0C25-4086-9216-85B91866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28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6B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6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19896-E68B-4037-9D8C-0ECF4359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Design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FAFDC-B7D7-4E6E-AE64-D28F61C9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22B31-8C20-4AC6-A908-5E74145C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6B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6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79A31-DEEC-48F4-9F9F-D0B95DDA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Reusable components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BC270-0264-4634-9A2E-27F0F5AA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718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E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60AD6-33DE-4EF2-8D1E-000DF16F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6B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6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05A2E-3C07-4BF8-9A1A-533669D8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528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94B93-7861-4628-A900-2859EE2B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48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E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E0B58-63A0-496B-BB9A-C907E408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77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6B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6B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7B050-2A76-40CE-85DE-6205CA41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Release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67027-2C9A-43C4-A181-339189F0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24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E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60841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2D542-6C12-4FD3-9472-5A20E1E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D4B16-57C1-4CB4-8BDD-050BD2C9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523E7-4B36-42E0-8405-6CB8C859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ACE51-45C9-4C18-A7AE-85213FDA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E4BA4-BBC2-4E8F-9757-C2DFB9F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[Main point]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851D0-A770-41D4-965E-BBF9882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4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4BFF"/>
                </a:solidFill>
                <a:latin typeface="Arial"/>
                <a:ea typeface="Arial"/>
                <a:cs typeface="Arial"/>
              </a:rPr>
              <a:t>[State the argument or finding in one clear sentence.]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6743C-0749-4F85-AB3C-D0C01FDE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90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Use this layout for the reasoning behind a decision or finding. Explain the evidence and implications in plain language. Keep supporting detail focused on what the audience needs.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D0F10-32B8-4A23-AC11-A1D78358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[Add assumptions or source notes here.]</a:t>
            </a:r>
          </a:p>
        </p:txBody>
      </p:sp>
    </p:spTree>
    <p:extLst>
      <p:ext uri="{BB962C8B-B14F-4D97-AF65-F5344CB8AC3E}">
        <p14:creationId xmlns:p14="http://schemas.microsoft.com/office/powerpoint/2010/main" val="461610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17A85-8FDF-447A-AA6B-CCF90747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0EEE1-13B0-47F9-A50E-190B8284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5F68B-B830-4C00-9A30-336C4CE5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C2D56-AD8C-4694-99CB-9D030219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1E8AD-2640-481E-869C-DC94F0D5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[Comparison title]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FFFD2-1F55-44B6-9DF0-2FD3906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8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FFCA1-2BB8-4AD2-B359-B26AB179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Option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54085-45B6-4F06-86B1-3845265D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[Describe the option.]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[Add the strongest evidence.]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[State the key trade-off.]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5BE5B-411C-4989-8C0B-C4025B0A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F"/>
          </a:solidFill>
          <a:ln xmlns:a="http://schemas.openxmlformats.org/drawingml/2006/main" w="9525">
            <a:solidFill>
              <a:srgbClr val="DDD8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23390-6931-4202-BCFA-B88BC0B8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4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4BFF"/>
                </a:solidFill>
                <a:latin typeface="Arial"/>
                <a:ea typeface="Arial"/>
                <a:cs typeface="Arial"/>
              </a:rPr>
              <a:t>Option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3BA9E-7774-483F-A9B0-DEDB5D5D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[Describe the option.]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[Add the strongest evidence.]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[State the key trade-off.]</a:t>
            </a:r>
          </a:p>
        </p:txBody>
      </p:sp>
    </p:spTree>
    <p:extLst>
      <p:ext uri="{BB962C8B-B14F-4D97-AF65-F5344CB8AC3E}">
        <p14:creationId xmlns:p14="http://schemas.microsoft.com/office/powerpoint/2010/main" val="1873896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FE65E-8A1F-4E8A-A93F-5BBA2AD9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510CC-AED7-49A6-8D25-CD6FF605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F64F-026F-4301-BDEE-36B8A0A4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57EEE-8D4F-45F0-848B-CA7519DC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8D95F-5A73-47F8-8B72-8FA54BFA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[Key measures]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757F1-D95A-4A7A-83C3-FB704F32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THEMES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C71AB-D225-4AF1-BA42-AB4D677B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E4B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E4B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70AAE-B572-4396-A932-BFC9DABD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light and dark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010FB-97AD-46F1-A3DC-B890FE43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38375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A35D2-A4C7-49F4-AED6-D9BFC900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COMPONENT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C8FC3-EED4-49A5-AEF2-AE30D0D1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14625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664D0-23D5-4BCB-8BB5-0B8C390A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documented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32E75-DAE4-4DC2-BA57-871A44E2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38375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143D1-4023-4324-AE8E-CB9F982E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708B7-312A-41F6-9B8D-C3D31CAF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14625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66.5 kB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E080A-05E7-4A62-B1C9-E342CACE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tarball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35D58-51E0-4B6C-B4DA-A92CE47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[Add the source and reporting period.]</a:t>
            </a:r>
          </a:p>
        </p:txBody>
      </p:sp>
    </p:spTree>
    <p:extLst>
      <p:ext uri="{BB962C8B-B14F-4D97-AF65-F5344CB8AC3E}">
        <p14:creationId xmlns:p14="http://schemas.microsoft.com/office/powerpoint/2010/main" val="16079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12F41-7933-4347-B7C8-96090758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218BE-27E7-41DF-AE4E-158428C5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68FB5-AAF9-4413-BB35-95027C03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CHART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98CC7-C2B6-4813-ADA0-86DADF2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6D266-2612-443F-B384-3CD5A58B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[Chart title]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914400" y="1762125"/>
          <a:ext xmlns:a="http://schemas.openxmlformats.org/drawingml/2006/main" cx="10096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c2f251e9404e41"/>
          </a:graphicData>
        </a:graphic>
      </p:graphicFrame>
    </p:spTree>
    <p:extLst>
      <p:ext uri="{BB962C8B-B14F-4D97-AF65-F5344CB8AC3E}">
        <p14:creationId xmlns:p14="http://schemas.microsoft.com/office/powerpoint/2010/main" val="1209469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6231E-A2D0-4821-9E45-EF5F2A1C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667FF-1839-4783-BE6E-90443BC1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BE2C5-ECFA-475A-B5AB-EA3282F5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CA720-3861-4B4D-81C7-08AB67F6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D4540-52A9-43BC-A0A2-14A73768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[Table title]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14400" y="1809750"/>
          <a:ext xmlns:a="http://schemas.openxmlformats.org/drawingml/2006/main" cx="10096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429000"/>
                <a:gridCol w="2000250"/>
                <a:gridCol w="2000250"/>
              </a:tblGrid>
              <a:tr h="7858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14A63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133350" marR="133350" marT="95250" marB="95250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14A63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133350" marR="133350" marT="95250" marB="95250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14A63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33350" marR="133350" marT="95250" marB="95250"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514A63"/>
                          </a:solidFill>
                          <a:latin typeface="Arial"/>
                          <a:ea typeface="Arial"/>
                          <a:cs typeface="Arial"/>
                        </a:rPr>
                        <a:t>Next step</a:t>
                      </a:r>
                    </a:p>
                  </a:txBody>
                  <a:tcPr marL="133350" marR="133350" marT="95250" marB="95250">
                    <a:solidFill>
                      <a:srgbClr val="EEF0F7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Library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Build and types pass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Public review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Storybook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Static build passes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Deploy Pages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npm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Held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Dry run passes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126"/>
                          </a:solidFill>
                          <a:latin typeface="Arial"/>
                          <a:ea typeface="Arial"/>
                          <a:cs typeface="Arial"/>
                        </a:rPr>
                        <a:t>Approve brand</a:t>
                      </a:r>
                    </a:p>
                  </a:txBody>
                  <a:tcPr marL="133350" marR="1333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407A9-074C-4879-813B-B2106412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[Add table notes or definitions.]</a:t>
            </a:r>
          </a:p>
        </p:txBody>
      </p:sp>
    </p:spTree>
    <p:extLst>
      <p:ext uri="{BB962C8B-B14F-4D97-AF65-F5344CB8AC3E}">
        <p14:creationId xmlns:p14="http://schemas.microsoft.com/office/powerpoint/2010/main" val="1698266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AF3FA-4296-4482-955F-AA9324DF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D4771-F740-4229-8341-1C642597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1F780-A526-42C5-AACE-1DB6B879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5E76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333B0-2F6C-4F56-97E1-897CF279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AED0D-E586-402C-908D-38686395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12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126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15DDB-6594-4217-9414-E8497A2C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04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4B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4BFF"/>
                </a:solidFill>
                <a:latin typeface="Arial"/>
                <a:ea typeface="Arial"/>
                <a:cs typeface="Arial"/>
              </a:rPr>
              <a:t>“[Use a short exact quote that changes the decision.]”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9BF88-EB8B-48C6-A057-D713E562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E3743-64CA-4328-9165-89C6EAD7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4A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4A63"/>
                </a:solidFill>
                <a:latin typeface="Arial"/>
                <a:ea typeface="Arial"/>
                <a:cs typeface="Arial"/>
              </a:rPr>
              <a:t>[Name, role, source and date]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99A55-8B57-4FD2-A7ED-46446DA9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5E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5E76"/>
                </a:solidFill>
                <a:latin typeface="Arial"/>
                <a:ea typeface="Arial"/>
                <a:cs typeface="Arial"/>
              </a:rPr>
              <a:t>[Add context or a link to the complete evidence.]</a:t>
            </a:r>
          </a:p>
        </p:txBody>
      </p:sp>
    </p:spTree>
    <p:extLst>
      <p:ext uri="{BB962C8B-B14F-4D97-AF65-F5344CB8AC3E}">
        <p14:creationId xmlns:p14="http://schemas.microsoft.com/office/powerpoint/2010/main" val="1317226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18DF7-8A84-484E-A872-422985D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8147D-6CC0-4B0C-B893-FF962652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import.io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9A3BC-1E89-467D-BCE3-E5764E3B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7C4C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C4CE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3CCB7-D538-41C8-9574-74EFC420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8F9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38F9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C33AE-8FAA-43C4-81DD-8FAA68CA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[Decision or next step]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F2A6F-EA72-4408-A411-980C6A7B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C4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7C4CE"/>
                </a:solidFill>
                <a:latin typeface="Arial"/>
                <a:ea typeface="Arial"/>
                <a:cs typeface="Arial"/>
              </a:rPr>
              <a:t>[State what happens next, who owns it and when the team will review progress.]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20870-40CB-4F60-A82E-FFEAD127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45887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2026-10-08T08:14:54.0390000Z</dcterms:created>
  <dcterms:modified xsi:type="dcterms:W3CDTF">2026-10-08T08:14:54.0390000Z</dcterms:modified>
</coreProperties>
</file>